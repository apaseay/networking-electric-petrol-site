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B46B-38C5-1F6C-8412-F1F7A62A3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D690B-FCD9-3690-5C03-31B4CA44B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E8071-C22D-F014-40E8-F459FBA5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06070-7E3B-8DE8-0F6E-7E25D07C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E1B8E-AD67-6F3B-DA0B-26DF74CD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9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6688C-FE87-C2B2-61CC-431F2C3D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8652-FC82-179D-771E-EFCB29316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610CC-B099-F1D0-0026-13C7E3BC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D1446-7364-C2BD-826D-B0F34CE0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B744E-59D9-25E2-5D97-CA1D8A5A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4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475A-91E9-88A6-3171-C8E52D4A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51A53-385B-E710-3D75-D072EB3B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3A626-0C33-0944-7DEE-77E7380C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D8A5C-253C-B842-543F-D7477684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4A52E-EEF1-A192-1F73-C5E08CC3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1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19E23-8543-FBA1-9744-C50BF2EE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FCB55-E8EA-F354-B945-C38971C15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B8B13-C1E3-A1D5-C7C1-37B1EA647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66D43-0AEB-CFB2-1850-8C3FF18C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D81CA-AD67-0F90-17C3-6ED01508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84585-34CE-81A9-B7C8-6ED77281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0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080D-A487-4440-4E54-E345706B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ED66F-F4F4-8A9A-F285-B6DE1B18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C09EE-40CE-C98D-6221-1AE278E92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345C4-7CBF-3D0F-D0F8-27941EFA1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BBB8E-4AB7-6A49-8445-30146A1D8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98B95-4C00-56E0-08C2-B962D926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8ADDC-763D-B91F-EF0E-C1CB2486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F4099-865D-B330-6CD7-B2EBA4A6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8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C41F-0C53-00E4-0258-BF3DD231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980B6-255F-2607-26B0-A6F6A040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69A84-3FC9-8AE4-4607-864B489E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A42F6-6882-0D70-CCAC-EFAAFC0C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8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7D31C-A059-BDBC-4572-A5B113FB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F75FE-8C4E-02F0-7EFA-3BD169FC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89C34-3D8A-D10F-48E4-3FEF4C6E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9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E5E1-12E3-DEED-B8C8-8D860E7B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DACEE-C8ED-83C5-9FE1-AEDD5F103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1D691-1AF0-A2F2-DF2E-AE25FC74E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F28E3-47FC-E4F0-DBAE-6813F661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39F32-ED1B-659E-9591-C85D900F2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125CB-1A98-9939-71EF-658DE927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1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1E7A-499B-A777-8716-083F2A5D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5269B-8483-1ABB-36F9-AD90E442EB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AD1CB-6A65-08CD-FA9E-28412254E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3F713-59A7-DC0D-C948-52804015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5A2CB-63FF-429D-47BE-C7A1300D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AE677-1D5A-1DF1-BAB6-0ED94AC7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C2F5-9AC0-CC97-F80D-EF602317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2621D-1D5E-51B4-8AFA-38156E39F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AFB37-A6EA-3960-7025-585705F6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9CBD5-C0F9-2B33-2A3F-4000B46B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21C3D-A963-1791-2D11-260459FA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8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B9956-8E02-C745-5833-F72570472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506CF-EBE1-C40F-F2B1-6C4732397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C5D99-3ADA-0AE2-4DFB-1E37A3E5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A7879-2095-7358-E3A1-771F8BC8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A5AA1-EEDD-B0EA-3AE2-5FD346B8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1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EFDE9-2C0E-AAC0-2FC2-F8D9F74D3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ED635-803B-5393-90FE-82C26EE03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BC1A8-F297-F7A9-36C7-E92EC61C9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B470F-B23C-4ED6-A02C-1BA1BD29AF7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95ABD-DF93-4F57-97CD-B4CF2C16A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40EA4-A9F6-6361-4850-7C24DA229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3088-41FD-4AA6-A4AC-130A28C67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9558CC1-2A2D-1415-7188-F883C48D7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49642"/>
            <a:ext cx="12192000" cy="555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7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Ayobami Pase</dc:creator>
  <cp:lastModifiedBy>Ayobami Pase</cp:lastModifiedBy>
  <cp:revision>1</cp:revision>
  <dcterms:created xsi:type="dcterms:W3CDTF">2026-02-08T01:26:46Z</dcterms:created>
  <dcterms:modified xsi:type="dcterms:W3CDTF">2026-02-08T01:27:03Z</dcterms:modified>
</cp:coreProperties>
</file>